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8FF"/>
                </a:solidFill>
                <a:latin typeface="Aptos"/>
              </a:defRPr>
            </a:pPr>
            <a:r>
              <a:t>Old Photograph</a:t>
            </a:r>
            <a:br/>
            <a:r>
              <a:t>Restoration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6148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5B9D7"/>
                </a:solidFill>
                <a:latin typeface="Aptos"/>
              </a:defRPr>
            </a:pPr>
            <a:r>
              <a:t>Using Classical Digital Image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FB0CA"/>
                </a:solidFill>
                <a:latin typeface="Aptos"/>
              </a:defRPr>
            </a:pPr>
            <a:r>
              <a:t>Python  •  Streamlit  •  OpenCV  •  NumPy</a:t>
            </a:r>
            <a:br/>
            <a:r>
              <a:t>No AI or machine learning</a:t>
            </a:r>
          </a:p>
        </p:txBody>
      </p:sp>
      <p:pic>
        <p:nvPicPr>
          <p:cNvPr id="5" name="Picture 4" descr="samp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4846320" cy="1577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4F8FF"/>
                </a:solidFill>
                <a:latin typeface="Aptos"/>
              </a:defRPr>
            </a:pPr>
            <a:r>
              <a:t>Problem and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FB0CA"/>
                </a:solidFill>
                <a:latin typeface="Aptos"/>
              </a:defRPr>
            </a:pPr>
            <a:r>
              <a:t>OLD PHOTO RESTORATION SYSTEM  |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Restore fading, noise, reduced contrast, and soft detail in old photographs.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0824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Use explainable classical DIP methods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Preserve original images and let users compare named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76472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Make experimentation safe for a multi-photo browser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4F8FF"/>
                </a:solidFill>
                <a:latin typeface="Aptos"/>
              </a:defRPr>
            </a:pPr>
            <a:r>
              <a:t>Restoration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FB0CA"/>
                </a:solidFill>
                <a:latin typeface="Aptos"/>
              </a:defRPr>
            </a:pPr>
            <a:r>
              <a:t>OLD PHOTO RESTORATION SYSTEM  |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Median filter: removes impulse noise while keeping 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0824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Gaussian filter: reduces fine random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CLAHE on luminance: restores local contrast while preserving colour.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76472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Unsharp mask + Laplacian: improves visible edge detail.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4F8FF"/>
                </a:solidFill>
                <a:latin typeface="Aptos"/>
              </a:defRPr>
            </a:pPr>
            <a:r>
              <a:t>Frequency-domain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FB0CA"/>
                </a:solidFill>
                <a:latin typeface="Aptos"/>
              </a:defRPr>
            </a:pPr>
            <a:r>
              <a:t>OLD PHOTO RESTORATION SYSTEM  |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2-D FFT shifts low frequencies to the spectrum centre.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0824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Low-pass mask suppresses fine noise; high-pass mask emphasizes detail.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The dashboard visualizes the log-magnitude frequency spectrum.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76472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Per-channel filtering maintains colour image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4F8FF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FB0CA"/>
                </a:solidFill>
                <a:latin typeface="Aptos"/>
              </a:defRPr>
            </a:pPr>
            <a:r>
              <a:t>OLD PHOTO RESTORATION SYSTEM  |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Dark dashboard with up to five photos per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0824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Balanced automatic preset plus detailed step-by-step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Original/result side-by-side view, image metrics, and histogram.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76472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Editable PNG naming and ZIP download for every session variant.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4F8FF"/>
                </a:solidFill>
                <a:latin typeface="Aptos"/>
              </a:defRPr>
            </a:pPr>
            <a:r>
              <a:t>Safety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FB0CA"/>
                </a:solidFill>
                <a:latin typeface="Aptos"/>
              </a:defRPr>
            </a:pPr>
            <a:r>
              <a:t>OLD PHOTO RESTORATION SYSTEM  |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Strict file type, upload size, decoded-pixel, and output-pixel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0824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Confirmation gates for large output, variant deletion, photo deletion, and session clearing.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Automatic retry uses safer settings and shows only the final outcome.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76472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A failure never replaces an existing result or blocks the other session photos.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4F8FF"/>
                </a:solidFill>
                <a:latin typeface="Aptos"/>
              </a:defRPr>
            </a:pPr>
            <a:r>
              <a:t>Testing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FB0CA"/>
                </a:solidFill>
                <a:latin typeface="Aptos"/>
              </a:defRPr>
            </a:pPr>
            <a:r>
              <a:t>OLD PHOTO RESTORATION SYSTEM  |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Automated tests validate filters, metrics, safe retry, and output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0824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Manual checks validate upload, variants, comparisons, exports, and failure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The result is an explainable teaching and restoration tool based on classical DIP.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76472"/>
            <a:ext cx="10378440" cy="713232"/>
          </a:xfrm>
          <a:prstGeom prst="roundRect">
            <a:avLst/>
          </a:prstGeom>
          <a:solidFill>
            <a:srgbClr val="111B30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8FF"/>
                </a:solidFill>
                <a:latin typeface="Aptos"/>
              </a:defRPr>
            </a:pPr>
            <a:r>
              <a:t>Future work: morphology-based scratch detection and illumination correction.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